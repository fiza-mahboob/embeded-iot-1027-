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65B1D-6C92-4311-1951-F0E716DC7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A69DDC-E741-5FB9-7471-11B2F0639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55591-33BB-426F-9715-F337A1E26C3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78928B-273E-B1A6-4533-8558AD4F1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2F0AA-3226-A3BE-54AD-CA6FEE5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7659-DE53-41BB-A7F0-819239AE5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294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EA0C4A-0168-534D-C02C-F91E4DB0F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63C31-D755-9DBE-95B8-0FC8F9E28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E03BA-7C4E-46B6-378F-5108F82B0C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D55591-33BB-426F-9715-F337A1E26C3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33019-6591-5E82-B2F2-A62F09C3E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5FAE2-2A3C-CB75-86A2-D9FFFA52E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737659-DE53-41BB-A7F0-819239AE5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868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B56BC0F-FC37-A2A4-2A53-38ED08399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/>
              <a:t>SMART STADIUM MONITORING SYSTEM</a:t>
            </a:r>
            <a:endParaRPr lang="en-US"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0FD49B-ABD1-9389-44C6-C6393E22432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382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7951BD7-B1C9-092F-36E8-E61424589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Course</a:t>
            </a:r>
            <a:r>
              <a:rPr lang="en-US"/>
              <a:t>: </a:t>
            </a:r>
            <a:r>
              <a:rPr lang="en-US" sz="3600" b="0"/>
              <a:t>Embeded Iot Systems</a:t>
            </a:r>
            <a:endParaRPr lang="en-US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FD7863-E3CE-1E8B-C52B-E260156218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773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6F3A44C-25E8-6804-8E0C-1E9FC1E67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Introduction: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F658D-38A4-BB49-86C1-51BDFDAF8B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26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0523931-49E8-82BC-0D63-DB75617BB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E63589-7FA3-EAD1-81CA-979E101992F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155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CD3D09F-B3EB-0EF8-40E2-F1615ABBF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Objectives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E574DC-2172-B90E-C388-FFB0587A76D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237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417F67E-6C97-6A9C-7CAD-3D6DE0C3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 Solution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467C56-81BE-F1C3-BB7D-02A08CCAB14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35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E9CFF64-6134-B448-218C-1E8E7DB17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Demi (Headings)"/>
                <a:cs typeface="Times New Roman" panose="02020603050405020304" pitchFamily="18" charset="0"/>
              </a:rPr>
              <a:t>System Architecture</a:t>
            </a:r>
            <a:endParaRPr lang="en-US" dirty="0">
              <a:latin typeface="Franklin Gothic Demi (Headings)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846BB7-00DF-1CA5-734C-51014AF3DB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684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3C255B6-6D95-69C1-4393-655683E19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Hardware Components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D3062B-5569-AA5B-24B3-9B58D7FC720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674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763CCD3-34FD-DA24-2F9F-789A47677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Stack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626C6E-0D6D-EF1A-F5A0-D4D099CB51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92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A07DB87-F2AD-3633-6F5F-5C92884F2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Pin Configuration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839CFF-2835-E1B7-40B0-FCCC3EC93C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898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2D26697-EFBE-D6C8-4841-D0314AC35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Features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7FF3DD-4197-72D7-E739-59329A46935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978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CE6C594-7F9B-6FCC-8684-A6D078DA6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Features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25A5B9-3629-73A1-4C4B-219305F28B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797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CD371DB-436B-1B30-4C2C-C2A7E7DA9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IoT Monitoring Using Blynk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B7B402-917E-95F9-F665-3B3317BB663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889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93BFBD1-301D-63B0-6140-102598AF7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Workflow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49E210-4274-C376-D396-52412F0271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25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6DA14E9-3A77-2CEE-7FE1-E998419EE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Programming &amp; Libraries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58F98F-72AB-21F1-DDF0-7AE8B3D9FE9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697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2D72861-B439-BF52-8AA8-1380B325E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Advantages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341FB6-831F-8372-19F8-9FF08A3F0A3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563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9D807D6-DEBB-DF30-B67A-B7C8D17E7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2E3124-8445-7D81-3A43-4DA4773DCFD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482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1D014A9-F076-732C-E170-5B5EE0274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66BA39-800F-DFBE-B71A-25D6D6DC9CB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84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CF8B094-2990-7B20-3654-473135F2C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1500"/>
              <a:t>Thank You!</a:t>
            </a:r>
            <a:endParaRPr lang="en-US" sz="11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CFD521-2659-88A6-F879-3369CC369C5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374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Widescreen</PresentationFormat>
  <Paragraphs>19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Franklin Gothic Demi (Headings)</vt:lpstr>
      <vt:lpstr>Office Theme</vt:lpstr>
      <vt:lpstr>SMART STADIUM MONITORING SYSTEM</vt:lpstr>
      <vt:lpstr>Course: Embeded Iot Systems</vt:lpstr>
      <vt:lpstr>Introduction:</vt:lpstr>
      <vt:lpstr>Problem Statement</vt:lpstr>
      <vt:lpstr>Project Objectives</vt:lpstr>
      <vt:lpstr>Proposed Solution</vt:lpstr>
      <vt:lpstr>System Architecture</vt:lpstr>
      <vt:lpstr>Hardware Components</vt:lpstr>
      <vt:lpstr>Software Stack</vt:lpstr>
      <vt:lpstr>Pin Configuration </vt:lpstr>
      <vt:lpstr>Basic Features</vt:lpstr>
      <vt:lpstr>Basic Features</vt:lpstr>
      <vt:lpstr>IoT Monitoring Using Blynk</vt:lpstr>
      <vt:lpstr>System Workflow</vt:lpstr>
      <vt:lpstr>Programming &amp; Libraries</vt:lpstr>
      <vt:lpstr>Advantages</vt:lpstr>
      <vt:lpstr>Application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23-NTU-CS-FL-1027</dc:creator>
  <cp:lastModifiedBy>23-NTU-CS-FL-1027</cp:lastModifiedBy>
  <cp:revision>1</cp:revision>
  <dcterms:created xsi:type="dcterms:W3CDTF">2026-01-05T18:00:44Z</dcterms:created>
  <dcterms:modified xsi:type="dcterms:W3CDTF">2026-01-05T18:00:44Z</dcterms:modified>
</cp:coreProperties>
</file>